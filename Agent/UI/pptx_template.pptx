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Box"/>
          <p:cNvSpPr txBox="1"/>
          <p:nvPr/>
        </p:nvSpPr>
        <p:spPr>
          <a:xfrm>
            <a:off x="457200" y="274638"/>
            <a:ext cx="8229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C5B"/>
                </a:solidFill>
              </a:rPr>
              <a:t>{{TITLE}}</a:t>
            </a:r>
          </a:p>
        </p:txBody>
      </p:sp>
      <p:sp>
        <p:nvSpPr>
          <p:cNvPr id="3" name="IMG_main"/>
          <p:cNvSpPr/>
          <p:nvPr/>
        </p:nvSpPr>
        <p:spPr>
          <a:xfrm>
            <a:off x="457200" y="1100000"/>
            <a:ext cx="8229600" cy="4400000"/>
          </a:xfrm>
          <a:prstGeom prst="rect">
            <a:avLst/>
          </a:prstGeom>
          <a:solidFill>
            <a:srgbClr val="F3F4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i="1">
                <a:solidFill>
                  <a:srgbClr val="94A3B8"/>
                </a:solidFill>
              </a:rPr>
              <a:t>IMG_main  (此处会被图片替换)</a:t>
            </a:r>
          </a:p>
        </p:txBody>
      </p:sp>
      <p:sp>
        <p:nvSpPr>
          <p:cNvPr id="4" name="CaptionBox"/>
          <p:cNvSpPr txBox="1"/>
          <p:nvPr/>
        </p:nvSpPr>
        <p:spPr>
          <a:xfrm>
            <a:off x="457200" y="5650000"/>
            <a:ext cx="8229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{{CAPTION}}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1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{{PAGE}}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82296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C5B"/>
                </a:solidFill>
              </a:rPr>
              <a:t>{{TITLE}}</a:t>
            </a:r>
          </a:p>
        </p:txBody>
      </p:sp>
      <p:sp>
        <p:nvSpPr>
          <p:cNvPr id="3" name="IMG_left"/>
          <p:cNvSpPr/>
          <p:nvPr/>
        </p:nvSpPr>
        <p:spPr>
          <a:xfrm>
            <a:off x="457200" y="1100000"/>
            <a:ext cx="4000000" cy="3200000"/>
          </a:xfrm>
          <a:prstGeom prst="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IMG_left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00000"/>
            <a:ext cx="4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{{LEFT_CAP}}</a:t>
            </a:r>
          </a:p>
        </p:txBody>
      </p:sp>
      <p:sp>
        <p:nvSpPr>
          <p:cNvPr id="5" name="IMG_right"/>
          <p:cNvSpPr/>
          <p:nvPr/>
        </p:nvSpPr>
        <p:spPr>
          <a:xfrm>
            <a:off x="4686800" y="1100000"/>
            <a:ext cx="4000000" cy="3200000"/>
          </a:xfrm>
          <a:prstGeom prst="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IMG_right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6800" y="4400000"/>
            <a:ext cx="4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{{RIGHT_CAP}}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00000"/>
            <a:ext cx="82296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151"/>
                </a:solidFill>
              </a:rPr>
              <a:t>{{NOTE}}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